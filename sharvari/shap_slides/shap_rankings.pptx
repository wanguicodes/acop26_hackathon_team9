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notesMaster" Target="notesMasters/notesMaster1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CV RMSE is mean ± SD over the 15 outer folds. The two models within each arm are within one SD of each other, so neither one is the clear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both models, myotonia_severity carries 57-69% of total |SHAP| and ranks in the top 3 in every CV fold. Higher baseline severity gives a lower (more negative, i.e. better) predicted myotonia change, which fits a symptomatic Na+ channel blocker. ctg_repeats is also top 3 in every fold for both models. Below rank 3, the order changes between models and folds, so treat it as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ctg_repeats ranks #1 for both SVR and RF, and higher repeat count predicts a larger QMT gain. That fits an ASO that targets the toxic DMPK RNA. myotonia_severity is a consistent #2. Overall predictive power is low (test R2 about 0.14-0.19, and the test RMSE intervals overlap the null), and importance in the SVR is spread out. Beyond the top 2, the ranking is not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XGBoost and RF give the same top 3 in the same order. cognitive_function carries about 60% of |SHAP| and is top 3 in every fold. muscle_strength is also top 3 in every fold, and pr_interval in 73-80% of folds. All three point the same way: higher baseline value, lower predicted composite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Which covariates drive the ML predictions?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SHAP rankings for the best 2 ML models per arm | ACoP 2026 DM1 Hackathon, Team 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the two models per arm were chosen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CV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CV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Null test RMSE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Mexiletine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RF (tuned)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0.79 ± 0.10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XGBoost (tuned)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0.80 ± 0.10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Oligonucleotide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SVR (tuned)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1.51 ± 0.15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RF (tuned)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1.53 ± 0.16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Tideglusib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XGBoost (tuned)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2.05 ± 0.33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RF (untuned)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2.09 ± 0.35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3.39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Selection rule and how to read the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Best variant from each ML family (RF, XGBoost, SVR), ranked by outer CV RMSE on training data. The test set was not used for selection.</a:t>
            </a:r>
          </a:p>
          <a:p>
            <a:pPr lvl="0"/>
            <a:r>
              <a:rPr/>
              <a:t>Full 16-covariate set (15 for Mexiletine). SHAP computed on the training set.</a:t>
            </a:r>
          </a:p>
          <a:p>
            <a:pPr lvl="0"/>
            <a:r>
              <a:rPr/>
              <a:t>Bar length is mean |SHAP|. Colour is the share of 15 CV folds where the covariate ranked in the top 3, i.e. its stability.</a:t>
            </a:r>
          </a:p>
          <a:p>
            <a:pPr lvl="0"/>
            <a:r>
              <a:rPr/>
              <a:t>Bar labels show the covariate’s share of total |SHAP| and its direction (↑ value → ↑/↓ prediction; for categoricals, levels ordered by mean SHAP).</a:t>
            </a:r>
          </a:p>
          <a:p>
            <a:pPr lvl="0"/>
            <a:r>
              <a:rPr/>
              <a:t>RF and XGBoost use TreeSHAP. SVR uses model-agnostic permutation SHAP. Both are in outcome units.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Mexiletine: myotonia_severity dominates, ctg_repeats is a stable #2</a:t>
            </a:r>
          </a:p>
        </p:txBody>
      </p:sp>
      <p:pic>
        <p:nvPicPr>
          <p:cNvPr descr="figures/shap_ranking_mexiletin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49300" y="1193800"/>
            <a:ext cx="764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Oligonucleotide: ctg_repeats leads in both models, but the signal is weak</a:t>
            </a:r>
          </a:p>
        </p:txBody>
      </p:sp>
      <p:pic>
        <p:nvPicPr>
          <p:cNvPr descr="figures/shap_ranking_oligonucleotid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49300" y="1193800"/>
            <a:ext cx="764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Tideglusib: cognitive_function, muscle_strength and pr_interval agree across models</a:t>
            </a:r>
          </a:p>
        </p:txBody>
      </p:sp>
      <p:pic>
        <p:nvPicPr>
          <p:cNvPr descr="figures/shap_ranking_tideglusib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49300" y="1193800"/>
            <a:ext cx="764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Signal vs noise across arms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Agreed top covariates (both models, top 3 in ≥ 70% of CV folds)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R² (model 1 / model 2)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Mexiletine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myotonia_severity, ctg_repeats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0.72 / 0.68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Oligonucleotide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ctg_repeats, myotonia_severity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0.14 / 0.19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Tideglusib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cognitive_function, muscle_strength, pr_interval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0.53 / 0.50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 and 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top covariate in each arm matches the drug’s mechanism: symptom severity for Mexiletine, repeat burden for the ASO, cognition plus motor for Tideglusib.</a:t>
            </a:r>
          </a:p>
          <a:p>
            <a:pPr lvl="0"/>
            <a:r>
              <a:rPr/>
              <a:t>Covariates outside this list are unstable across folds and models, so we treat them as noise.</a:t>
            </a:r>
          </a:p>
          <a:p>
            <a:pPr lvl="0"/>
            <a:r>
              <a:rPr/>
              <a:t>SHAP explains what the model uses, not causal effects. Each test set has only 20-35 patients, so small differences between models are not meaningful.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covariates drive the ML predictions?</dc:title>
  <dc:creator/>
  <cp:keywords/>
  <dcterms:created xsi:type="dcterms:W3CDTF">2026-10-14T02:24:05Z</dcterms:created>
  <dcterms:modified xsi:type="dcterms:W3CDTF">2026-10-14T02:24:05Z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SHAP rankings for the best 2 ML models per arm | ACoP 2026 DM1 Hackathon, Team 9</vt:lpwstr>
  </property>
  <property fmtid="{D5CDD505-2E9C-101B-9397-08002B2CF9AE}" pid="8" name="toc-title">
    <vt:lpwstr>Table of contents</vt:lpwstr>
  </property>
</Properties>
</file>